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✨ AI CAREER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8191E"/>
                </a:solidFill>
                <a:latin typeface="Arial"/>
              </a:defRPr>
            </a:pPr>
            <a:r>
              <a:t>PathPilot AI</a:t>
            </a:r>
          </a:p>
          <a:p>
            <a:pPr>
              <a:defRPr sz="2200" b="1">
                <a:solidFill>
                  <a:srgbClr val="FF5B37"/>
                </a:solidFill>
                <a:latin typeface="Arial"/>
              </a:defRPr>
            </a:pPr>
            <a:r>
              <a:t>Your Personalized AI Career &amp; Skill Navigator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Transforming career confusion into an inspiring, step-by-step learning journey with zero guesswork.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9784080" cy="16459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233"/>
                </a:solidFill>
              </a:defRPr>
            </a:pPr>
            <a:r>
              <a:t>FOUNDED &amp; ENGINEERED BY TEAM PATHPILOT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👩‍💻 Sobia Sattar (AI Systems Lead)   •   👨‍💻 Muhammad Hassan (Data Systems Lead)   •   👩‍🎨 Sumra Shar (Creative Product Lead)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Featuring Pip the Cute Multilingual Buddy  |  Built with Python 3.14, FastAPI, React &amp;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Why Do Tech Careers Feel So Overwhelming?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3154680" cy="34747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01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Confusing Job Requirements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Entry-level jobs asking for 5+ years of experience and 20 different technologies. Students don't know what's actually required vs optional.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194560"/>
            <a:ext cx="3154680" cy="34747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02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No Personalized Direction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Online courses and advice are generic. Students waste hundreds of hours studying random tutorials without knowing their actual competency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2194560"/>
            <a:ext cx="3154680" cy="34747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03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Robotic &amp; Cold Guidance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Existing tools produce intimidating, clinical compliance reports that discourage learners instead of providing positive, actionable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PathPilot AI: A Friendly, Honest Career Companion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🎯  Accurate Skill Scanner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Extracts real skills from your resume with PyMuPDF. Zero fabricated data with 100% student confirmation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📊  Interactive Growth Map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Visualizes your level (0 to 4) against industry standards. 1-click level adjustments make updating effortless.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🗺️  Dynamic 4-Phase Roadmap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Video lectures, milestone projects, and live code sandbox practice calibrated to your weekly study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🦊  Pip: Multilingual AI Buddy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A cute mascot ready 24/7 to answer questions and explain concepts in English, Urdu (اردو), or Roman Urdu.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TEAM PATHPILOT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Meet the Creators: Crafted with Passion &amp;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315468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👩‍💻 Sobia Sattar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AI Systems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Strategic Vision &amp; AI Empathy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"Passionate about demystifying career growth. Sobia envisioned PathPilot as an intelligent, empathetic compass that translates confusing market requirements into confident next steps."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194560"/>
            <a:ext cx="3154680" cy="35661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👨‍💻 Muhammad Hassan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Data Intelligence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Deep Systems Logic &amp; Analytical Truth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"An analytical problem solver driven to eliminate guesswork. Hassan built the data engines and deterministic roadmap generators that ensure every metric is explainable and rock-solid."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2194560"/>
            <a:ext cx="3154680" cy="35661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👩‍🎨 Sumra Shar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Creative Product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Creative Intuition &amp; Delightful UX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"Believes learning tools should spark joy. Sumra crafted the signature Ronas IT pastel design system, Pip the cute mascot, and fluid animations that make planning feel playful."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Resume &amp; Experience 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4663440" cy="365760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How the Scanner Works: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📄 Upload any PDF resume or paste text directly.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🔍 PyMuPDF extracts skills, education, and exact evidence sentences.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⚡ Semantic alias mapping recognizes equivalent skills (e.g., 'React.js' = 'React').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🔒 100% Private: Processed in isolated user sessions with zero external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4846320" cy="365760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100% Student Confirmation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✅ No AI Hallucinations: We never invent fake skills you didn't list.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✏️ Easy Adjustments: Add missing skills or adjust proficiency with 1 tap.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📊 Transparent Evidence: Hover over any skill to see the exact sentence from your resume.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🎯 Confidence: Your roadmap is built on verified reality, not guesswork.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Interactive Skill Compass &amp; Growth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🎨 Compact Bento Cards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Replaced overwhelming, clinical audit lists with beautiful rounded cards displaying category tags and clean priorities.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📏 Unified 4-Segment Gauge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Clear visual stepper showing your current level vs target level (e.g., Level 0 ➔ Level 3 needed).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⚡ 1-Click Level Setter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Click [0] [1] [2] [3] [4] directly on any skill card to self-calibrate your skills and recalculate readiness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💡 Positive Growth Tips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Encouraging, actionable recommendations instead of alarming error warnings or robotic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Personalized 4-Phase Learning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233172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Core Foundations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Master essential languages &amp;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194560"/>
            <a:ext cx="233172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Applied Architecture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Build real data &amp; backend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194560"/>
            <a:ext cx="233172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Advanced Optimization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Fine-tuning, scaling &amp;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0224" y="2194560"/>
            <a:ext cx="233172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04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Portfolio Deliverable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Deploy production project for hiring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114800"/>
            <a:ext cx="9784080" cy="16459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233"/>
                </a:solidFill>
              </a:defRPr>
            </a:pPr>
            <a:r>
              <a:t>BUILT-IN INTERACTIVE WORKSHOP &amp; STUDY INTEGRITY GATES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Real Playable Video Player: High-quality curated lectures with chapter timestamps.</a:t>
            </a:r>
            <a:br/>
            <a:r>
              <a:t>• Live Code Sandbox: Run Python and PyTorch test suites directly in your browser.</a:t>
            </a:r>
            <a:br/>
            <a:r>
              <a:t>• Verification Gate: Prevents accidental completion skips until you actually watch or code!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F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FEATURE SPOTLIGHT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Meet Pip: Your Multilingual AI Career Buddy 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🐾 Cute Mascot Design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Matches the Ronas IT / Learnify theme with headphone avatar, rosy blush, and sunny-yellow branding. Pops up automatically to greet learners.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🗣️ True Multilingual NLP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Ask questions in English, Urdu (اردو with full RTL script), or Roman Urdu ('Score kaise barhayen?'). Pip responds in the same language naturally.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🧠 High-Precision Answers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Accurately explains complex technical topics: Gradient Descent, Overfitting, Precision vs Recall, SQL Joins, React Virtual DOM, and scoring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💡 24/7 Encouragement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Tailors advice directly to your target role, readiness score, and current milestone. Offers interview tips and daily motivation.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Modern, Resilient &amp; Scalable 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233172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🎨 Frontend Experience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React 19 &amp; TypeScript</a:t>
            </a:r>
            <a:br/>
            <a:r>
              <a:t>Vite Build Engine (&lt;1s builds)</a:t>
            </a:r>
            <a:br/>
            <a:r>
              <a:t>TailwindCSS v4 Design System</a:t>
            </a:r>
            <a:br/>
            <a:r>
              <a:t>Lucide Icons &amp; Fluid Animations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194560"/>
            <a:ext cx="2331720" cy="35661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⚙️ Backend Services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FastAPI Asynchronous API</a:t>
            </a:r>
            <a:br/>
            <a:r>
              <a:t>Python 3.14 High-Speed Runtime</a:t>
            </a:r>
            <a:br/>
            <a:r>
              <a:t>Deterministic Scoring Engines</a:t>
            </a:r>
            <a:br/>
            <a:r>
              <a:t>13/13 Automated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194560"/>
            <a:ext cx="2331720" cy="35661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💾 Data &amp; AI Engines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SQLite Persistent Storage</a:t>
            </a:r>
            <a:br/>
            <a:r>
              <a:t>PyMuPDF Binary Parser</a:t>
            </a:r>
            <a:br/>
            <a:r>
              <a:t>TF-IDF Semantic Alias Matcher</a:t>
            </a:r>
            <a:br/>
            <a:r>
              <a:t>Multi-User Schema 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0224" y="2194560"/>
            <a:ext cx="233172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🛡️ Security &amp; Privacy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PBKDF2 SHA-256 Salt Hashing</a:t>
            </a:r>
            <a:br/>
            <a:r>
              <a:t>Protected Route Auth Guards</a:t>
            </a:r>
            <a:br/>
            <a:r>
              <a:t>Anti-Bypass Verification Gates</a:t>
            </a:r>
            <a:br/>
            <a:r>
              <a:t>100% Student-First Privacy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Building Confidence, One Skill at a Time</a:t>
            </a:r>
          </a:p>
          <a:p>
            <a:pPr>
              <a:defRPr sz="1800">
                <a:solidFill>
                  <a:srgbClr val="FFD233"/>
                </a:solidFill>
              </a:defRPr>
            </a:pPr>
            <a:r>
              <a:t>PathPilot replaces career confusion with transparent, joyful, and verifiable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3154680" cy="17373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🌟 Humanized Design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Ronas IT signature pastel cards, fluid transitions, and lovable Pip mascot.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3931920"/>
            <a:ext cx="3154680" cy="17373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🎯 Real-World Value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Clear pathways to Junior AI/ML, Data Analyst, and Full-Stack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3931920"/>
            <a:ext cx="3154680" cy="17373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🚀 Live &amp; Tested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Fully operational web application running at http://127.0.0.1:5173.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